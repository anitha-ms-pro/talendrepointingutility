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Talend Repointing Utility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AWS to GCP Migration Automation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389120"/>
            <a:ext cx="54864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Automated migration tool for Talend ETL jobs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Migrates from AWS (Redshift/S3) to GCP (BigQuery/GCS)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Processes child-level Talend jobs while preserving Master/GrandMaster jobs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Leverages Google Cloud BigQuery Migration API for SQL translation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Zero external dependencies (Python 3.7+)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Built-in backup and safety mechanisms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Comprehensive logging and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Purpose: Migrate Talend jobs from AWS infrastructure to GCP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Scope: Automated conversion of 68+ job folders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Approach: Component-level replacement + SQL translation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Safety: Automatic backup with _backup suffix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Validation: Dry-run mode for preview before execution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Output: Detailed logs with manual review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Architecture &amp;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Core Scripts</a:t>
            </a:r>
          </a:p>
          <a:p>
            <a:pPr>
              <a:spcBef>
                <a:spcPts val="600"/>
              </a:spcBef>
              <a:defRPr sz="1400"/>
            </a:pPr>
            <a:r>
              <a:t>• talend_repoint.py - Main orchestration script</a:t>
            </a:r>
          </a:p>
          <a:p>
            <a:pPr>
              <a:spcBef>
                <a:spcPts val="600"/>
              </a:spcBef>
              <a:defRPr sz="1400"/>
            </a:pPr>
            <a:r>
              <a:t>• config.py - Configuration &amp; mappings</a:t>
            </a:r>
          </a:p>
          <a:p>
            <a:pPr>
              <a:spcBef>
                <a:spcPts val="600"/>
              </a:spcBef>
              <a:defRPr sz="1400"/>
            </a:pPr>
            <a:r>
              <a:t>• sql_converter.py - SQL translation engine</a:t>
            </a:r>
          </a:p>
          <a:p>
            <a:pPr>
              <a:spcBef>
                <a:spcPts val="600"/>
              </a:spcBef>
              <a:defRPr sz="1400"/>
            </a:pPr>
            <a:r>
              <a:t>• Modular design for easy customization</a:t>
            </a:r>
          </a:p>
          <a:p>
            <a:pPr>
              <a:spcBef>
                <a:spcPts val="600"/>
              </a:spcBef>
              <a:defRPr sz="1400"/>
            </a:pPr>
            <a:r>
              <a:t>• Parallel processing support</a:t>
            </a:r>
          </a:p>
          <a:p>
            <a:pPr>
              <a:spcBef>
                <a:spcPts val="600"/>
              </a:spcBef>
              <a:defRPr sz="1400"/>
            </a:pPr>
            <a:r>
              <a:t>• Intelligent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Key Modules</a:t>
            </a:r>
          </a:p>
          <a:p>
            <a:pPr>
              <a:spcBef>
                <a:spcPts val="600"/>
              </a:spcBef>
              <a:defRPr sz="1400"/>
            </a:pPr>
            <a:r>
              <a:t>• Component replacement engine</a:t>
            </a:r>
          </a:p>
          <a:p>
            <a:pPr>
              <a:spcBef>
                <a:spcPts val="600"/>
              </a:spcBef>
              <a:defRPr sz="1400"/>
            </a:pPr>
            <a:r>
              <a:t>• Context variable transformer</a:t>
            </a:r>
          </a:p>
          <a:p>
            <a:pPr>
              <a:spcBef>
                <a:spcPts val="600"/>
              </a:spcBef>
              <a:defRPr sz="1400"/>
            </a:pPr>
            <a:r>
              <a:t>• SQL dialect converter</a:t>
            </a:r>
          </a:p>
          <a:p>
            <a:pPr>
              <a:spcBef>
                <a:spcPts val="600"/>
              </a:spcBef>
              <a:defRPr sz="1400"/>
            </a:pPr>
            <a:r>
              <a:t>• GCS/BQ API integration</a:t>
            </a:r>
          </a:p>
          <a:p>
            <a:pPr>
              <a:spcBef>
                <a:spcPts val="600"/>
              </a:spcBef>
              <a:defRPr sz="1400"/>
            </a:pPr>
            <a:r>
              <a:t>• Backup &amp; restore manager</a:t>
            </a:r>
          </a:p>
          <a:p>
            <a:pPr>
              <a:spcBef>
                <a:spcPts val="600"/>
              </a:spcBef>
              <a:defRPr sz="1400"/>
            </a:pPr>
            <a:r>
              <a:t>• Logging &amp; reporting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Migration Process Flow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Step 1: Job Identification - Scans folder structure, identifies child jobs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Step 2: Backup Creation - Renames original folder with _backup suffix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Step 3: Component Replacement - Maps AWS components to GCP equivalents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• tRedshiftConnection → tBigQueryConnection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• tS3Connection → tGSConnection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• tRedshiftRow → tBigQuerySQLRow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Migration Process Flow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Step 4: SQL Translation - Converts Redshift SQL to BigQuery syntax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• Uses GCP BigQuery Migration API for accuracy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• Fallback to local regex-based rules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Step 5: Context Variables - Updates AWS contexts to GCP contexts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• context.S3_bucket → context.gcs_bucket_gcp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• context.Redshift_Schema → context.bq_dataset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Step 6: Validation &amp; Logging - Generates detailed transformation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APIs &amp; Cloud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Google Cloud APIs</a:t>
            </a:r>
          </a:p>
          <a:p>
            <a:pPr>
              <a:spcBef>
                <a:spcPts val="600"/>
              </a:spcBef>
              <a:defRPr sz="1400"/>
            </a:pPr>
            <a:r>
              <a:t>• BigQuery Migration API v2</a:t>
            </a:r>
          </a:p>
          <a:p>
            <a:pPr>
              <a:spcBef>
                <a:spcPts val="600"/>
              </a:spcBef>
              <a:defRPr sz="1400"/>
            </a:pPr>
            <a:r>
              <a:t>• • SQL Translation Service</a:t>
            </a:r>
          </a:p>
          <a:p>
            <a:pPr>
              <a:spcBef>
                <a:spcPts val="600"/>
              </a:spcBef>
              <a:defRPr sz="1400"/>
            </a:pPr>
            <a:r>
              <a:t>• • Redshift to BigQuery dialect</a:t>
            </a:r>
          </a:p>
          <a:p>
            <a:pPr>
              <a:spcBef>
                <a:spcPts val="600"/>
              </a:spcBef>
              <a:defRPr sz="1400"/>
            </a:pPr>
            <a:r>
              <a:t>• • Batch processing workflow</a:t>
            </a:r>
          </a:p>
          <a:p>
            <a:pPr>
              <a:spcBef>
                <a:spcPts val="600"/>
              </a:spcBef>
              <a:defRPr sz="1400"/>
            </a:pPr>
            <a:r>
              <a:t>• Google Cloud Storage API</a:t>
            </a:r>
          </a:p>
          <a:p>
            <a:pPr>
              <a:spcBef>
                <a:spcPts val="600"/>
              </a:spcBef>
              <a:defRPr sz="1400"/>
            </a:pPr>
            <a:r>
              <a:t>• • File upload/download</a:t>
            </a:r>
          </a:p>
          <a:p>
            <a:pPr>
              <a:spcBef>
                <a:spcPts val="600"/>
              </a:spcBef>
              <a:defRPr sz="1400"/>
            </a:pPr>
            <a:r>
              <a:t>• • Parallel transfers</a:t>
            </a:r>
          </a:p>
          <a:p>
            <a:pPr>
              <a:spcBef>
                <a:spcPts val="600"/>
              </a:spcBef>
              <a:defRPr sz="1400"/>
            </a:pPr>
            <a:r>
              <a:t>• • Temporary staging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Configuration</a:t>
            </a:r>
          </a:p>
          <a:p>
            <a:pPr>
              <a:spcBef>
                <a:spcPts val="600"/>
              </a:spcBef>
              <a:defRPr sz="1400"/>
            </a:pPr>
            <a:r>
              <a:t>• Authentication: Application Default Credentials</a:t>
            </a:r>
          </a:p>
          <a:p>
            <a:pPr>
              <a:spcBef>
                <a:spcPts val="600"/>
              </a:spcBef>
              <a:defRPr sz="1400"/>
            </a:pPr>
            <a:r>
              <a:t>• Project: dmgcp-del-155</a:t>
            </a:r>
          </a:p>
          <a:p>
            <a:pPr>
              <a:spcBef>
                <a:spcPts val="600"/>
              </a:spcBef>
              <a:defRPr sz="1400"/>
            </a:pPr>
            <a:r>
              <a:t>• Location: us</a:t>
            </a:r>
          </a:p>
          <a:p>
            <a:pPr>
              <a:spcBef>
                <a:spcPts val="600"/>
              </a:spcBef>
              <a:defRPr sz="1400"/>
            </a:pPr>
            <a:r>
              <a:t>• Bucket: dmgcp-del-155-raw</a:t>
            </a:r>
          </a:p>
          <a:p>
            <a:pPr>
              <a:spcBef>
                <a:spcPts val="600"/>
              </a:spcBef>
              <a:defRPr sz="1400"/>
            </a:pPr>
            <a:r>
              <a:t>• Input Path: talend-repointing/input</a:t>
            </a:r>
          </a:p>
          <a:p>
            <a:pPr>
              <a:spcBef>
                <a:spcPts val="600"/>
              </a:spcBef>
              <a:defRPr sz="1400"/>
            </a:pPr>
            <a:r>
              <a:t>• Output Path: talend-repointing/output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Component Mapping: Storage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AWS S3 → Google Cloud Storage</a:t>
            </a:r>
          </a:p>
          <a:p>
            <a:pPr>
              <a:spcBef>
                <a:spcPts val="600"/>
              </a:spcBef>
              <a:defRPr sz="1400"/>
            </a:pPr>
            <a:r>
              <a:t>• tS3Connection → tGSConnection</a:t>
            </a:r>
          </a:p>
          <a:p>
            <a:pPr>
              <a:spcBef>
                <a:spcPts val="600"/>
              </a:spcBef>
              <a:defRPr sz="1400"/>
            </a:pPr>
            <a:r>
              <a:t>• tS3Configuration → tGSConfiguration</a:t>
            </a:r>
          </a:p>
          <a:p>
            <a:pPr>
              <a:spcBef>
                <a:spcPts val="600"/>
              </a:spcBef>
              <a:defRPr sz="1400"/>
            </a:pPr>
            <a:r>
              <a:t>• tS3Put → tGSPut</a:t>
            </a:r>
          </a:p>
          <a:p>
            <a:pPr>
              <a:spcBef>
                <a:spcPts val="600"/>
              </a:spcBef>
              <a:defRPr sz="1400"/>
            </a:pPr>
            <a:r>
              <a:t>• tS3Get → tGSGet</a:t>
            </a:r>
          </a:p>
          <a:p>
            <a:pPr>
              <a:spcBef>
                <a:spcPts val="600"/>
              </a:spcBef>
              <a:defRPr sz="1400"/>
            </a:pPr>
            <a:r>
              <a:t>• tS3Copy → tGSCopy</a:t>
            </a:r>
          </a:p>
          <a:p>
            <a:pPr>
              <a:spcBef>
                <a:spcPts val="600"/>
              </a:spcBef>
              <a:defRPr sz="1400"/>
            </a:pPr>
            <a:r>
              <a:t>• tS3List → tGSList</a:t>
            </a:r>
          </a:p>
          <a:p>
            <a:pPr>
              <a:spcBef>
                <a:spcPts val="600"/>
              </a:spcBef>
              <a:defRPr sz="1400"/>
            </a:pPr>
            <a:r>
              <a:t>• tS3Delete → tGSDelete</a:t>
            </a:r>
          </a:p>
          <a:p>
            <a:pPr>
              <a:spcBef>
                <a:spcPts val="600"/>
              </a:spcBef>
              <a:defRPr sz="1400"/>
            </a:pPr>
            <a:r>
              <a:t>• tS3Close → tGSClose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GCS Configuration</a:t>
            </a:r>
          </a:p>
          <a:p>
            <a:pPr>
              <a:spcBef>
                <a:spcPts val="600"/>
              </a:spcBef>
              <a:defRPr sz="1400"/>
            </a:pPr>
            <a:r>
              <a:t>• AUTH_TYPE: APPLICATION_DEFAULT_CREDENTIALS</a:t>
            </a:r>
          </a:p>
          <a:p>
            <a:pPr>
              <a:spcBef>
                <a:spcPts val="600"/>
              </a:spcBef>
              <a:defRPr sz="1400"/>
            </a:pPr>
            <a:r>
              <a:t>• USE_EXISTING_CONNECTION: true</a:t>
            </a:r>
          </a:p>
          <a:p>
            <a:pPr>
              <a:spcBef>
                <a:spcPts val="600"/>
              </a:spcBef>
              <a:defRPr sz="1400"/>
            </a:pPr>
            <a:r>
              <a:t>• Bucket references updated</a:t>
            </a:r>
          </a:p>
          <a:p>
            <a:pPr>
              <a:spcBef>
                <a:spcPts val="600"/>
              </a:spcBef>
              <a:defRPr sz="1400"/>
            </a:pPr>
            <a:r>
              <a:t>• Object key paths converted</a:t>
            </a:r>
          </a:p>
          <a:p>
            <a:pPr>
              <a:spcBef>
                <a:spcPts val="600"/>
              </a:spcBef>
              <a:defRPr sz="1400"/>
            </a:pPr>
            <a:r>
              <a:t>• GCS-specific parameters added</a:t>
            </a:r>
          </a:p>
          <a:p>
            <a:pPr>
              <a:spcBef>
                <a:spcPts val="600"/>
              </a:spcBef>
              <a:defRPr sz="1400"/>
            </a:pPr>
            <a:r>
              <a:t>• Connection inheritance configured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Component Mapping: Database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AWS Redshift → Google BigQuery</a:t>
            </a:r>
          </a:p>
          <a:p>
            <a:pPr>
              <a:spcBef>
                <a:spcPts val="600"/>
              </a:spcBef>
              <a:defRPr sz="1400"/>
            </a:pPr>
            <a:r>
              <a:t>• tRedshiftConnection → REMOVED</a:t>
            </a:r>
          </a:p>
          <a:p>
            <a:pPr>
              <a:spcBef>
                <a:spcPts val="600"/>
              </a:spcBef>
              <a:defRPr sz="1400"/>
            </a:pPr>
            <a:r>
              <a:t>• tRedshiftInput → tBigQueryInput</a:t>
            </a:r>
          </a:p>
          <a:p>
            <a:pPr>
              <a:spcBef>
                <a:spcPts val="600"/>
              </a:spcBef>
              <a:defRPr sz="1400"/>
            </a:pPr>
            <a:r>
              <a:t>• tRedshiftOutput → tBigQueryOutput</a:t>
            </a:r>
          </a:p>
          <a:p>
            <a:pPr>
              <a:spcBef>
                <a:spcPts val="600"/>
              </a:spcBef>
              <a:defRPr sz="1400"/>
            </a:pPr>
            <a:r>
              <a:t>• tRedshiftRow → tBigQuerySQLRow</a:t>
            </a:r>
          </a:p>
          <a:p>
            <a:pPr>
              <a:spcBef>
                <a:spcPts val="600"/>
              </a:spcBef>
              <a:defRPr sz="1400"/>
            </a:pPr>
            <a:r>
              <a:t>• tRedshiftUnload → tBigQueryInput</a:t>
            </a:r>
          </a:p>
          <a:p>
            <a:pPr>
              <a:spcBef>
                <a:spcPts val="600"/>
              </a:spcBef>
              <a:defRPr sz="1400"/>
            </a:pPr>
            <a:r>
              <a:t>• tRedshiftClose → REMOVED</a:t>
            </a:r>
          </a:p>
          <a:p>
            <a:pPr>
              <a:spcBef>
                <a:spcPts val="600"/>
              </a:spcBef>
              <a:defRPr sz="1400"/>
            </a:pPr>
            <a:r>
              <a:t>• tSnowflakeRow → tBigQuerySQLRow</a:t>
            </a:r>
          </a:p>
          <a:p>
            <a:pPr>
              <a:spcBef>
                <a:spcPts val="600"/>
              </a:spcBef>
              <a:defRPr sz="1400"/>
            </a:pPr>
            <a:r>
              <a:t>• tMSSqlRow → tBigQuerySQLRow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BigQuery Configuration</a:t>
            </a:r>
          </a:p>
          <a:p>
            <a:pPr>
              <a:spcBef>
                <a:spcPts val="600"/>
              </a:spcBef>
              <a:defRPr sz="1400"/>
            </a:pPr>
            <a:r>
              <a:t>• BigQuery is stateless (no connections)</a:t>
            </a:r>
          </a:p>
          <a:p>
            <a:pPr>
              <a:spcBef>
                <a:spcPts val="600"/>
              </a:spcBef>
              <a:defRPr sz="1400"/>
            </a:pPr>
            <a:r>
              <a:t>• AUTH_MODE: APPLICATION_DEFAULT_CREDENTIALS</a:t>
            </a:r>
          </a:p>
          <a:p>
            <a:pPr>
              <a:spcBef>
                <a:spcPts val="600"/>
              </a:spcBef>
              <a:defRPr sz="1400"/>
            </a:pPr>
            <a:r>
              <a:t>• PROJECT_ID: context.gcp_compute_project</a:t>
            </a:r>
          </a:p>
          <a:p>
            <a:pPr>
              <a:spcBef>
                <a:spcPts val="600"/>
              </a:spcBef>
              <a:defRPr sz="1400"/>
            </a:pPr>
            <a:r>
              <a:t>• Connection rewiring for removed components</a:t>
            </a:r>
          </a:p>
          <a:p>
            <a:pPr>
              <a:spcBef>
                <a:spcPts val="600"/>
              </a:spcBef>
              <a:defRPr sz="1400"/>
            </a:pPr>
            <a:r>
              <a:t>• Schema qualified with project ID</a:t>
            </a:r>
          </a:p>
          <a:p>
            <a:pPr>
              <a:spcBef>
                <a:spcPts val="600"/>
              </a:spcBef>
              <a:defRPr sz="1400"/>
            </a:pPr>
            <a:r>
              <a:t>• Dataset references updated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SQL Translation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Function Conversions: GETDATE() → CURRENT_TIMESTAMP(), NVL → IFNULL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Date Functions: dateadd → DATE_ADD/DATE_SUB, datediff → DATE_DIFF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String Functions: LEN → LENGTH, CHARINDEX → STRPOS, || → CONCAT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Type Casting: ::varchar → CAST(expr AS STRING)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DDL Conversions: CREATE TEMP TABLE (LIKE ...) → CREATE TEMP TABLE AS SELECT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UNLOAD → EXPORT DATA, COPY → LOAD DATA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DELETE FROM → MERGE ... WHEN MATCHED THEN DELETE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Storage Clauses: Auto-removal of DISTKEY, SORTKEY, ENCODE, DISTSTYLE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Context Variable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AWS Context Variables</a:t>
            </a:r>
          </a:p>
          <a:p>
            <a:pPr>
              <a:spcBef>
                <a:spcPts val="600"/>
              </a:spcBef>
              <a:defRPr sz="1400"/>
            </a:pPr>
            <a:r>
              <a:t>• context.S3_bucket → context.gcs_bucket_gcp</a:t>
            </a:r>
          </a:p>
          <a:p>
            <a:pPr>
              <a:spcBef>
                <a:spcPts val="600"/>
              </a:spcBef>
              <a:defRPr sz="1400"/>
            </a:pPr>
            <a:r>
              <a:t>• context.Redshift_Schema → context.gcp_bq_prod_dataset</a:t>
            </a:r>
          </a:p>
          <a:p>
            <a:pPr>
              <a:spcBef>
                <a:spcPts val="600"/>
              </a:spcBef>
              <a:defRPr sz="1400"/>
            </a:pPr>
            <a:r>
              <a:t>• context.Redshift_Server → context.gcp_tgt_project</a:t>
            </a:r>
          </a:p>
          <a:p>
            <a:pPr>
              <a:spcBef>
                <a:spcPts val="600"/>
              </a:spcBef>
              <a:defRPr sz="1400"/>
            </a:pPr>
            <a:r>
              <a:t>• context.AWS_region → context.gcp_region</a:t>
            </a:r>
          </a:p>
          <a:p>
            <a:pPr>
              <a:spcBef>
                <a:spcPts val="600"/>
              </a:spcBef>
              <a:defRPr sz="1400"/>
            </a:pPr>
            <a:r>
              <a:t>• context.s3inputpath → context.gcsinputpath</a:t>
            </a:r>
          </a:p>
          <a:p>
            <a:pPr>
              <a:spcBef>
                <a:spcPts val="600"/>
              </a:spcBef>
              <a:defRPr sz="1400"/>
            </a:pPr>
            <a:r>
              <a:t>• Lowercase transformation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GCP Context Variables</a:t>
            </a:r>
          </a:p>
          <a:p>
            <a:pPr>
              <a:spcBef>
                <a:spcPts val="600"/>
              </a:spcBef>
              <a:defRPr sz="1400"/>
            </a:pPr>
            <a:r>
              <a:t>• context.gcp_src_project (source)</a:t>
            </a:r>
          </a:p>
          <a:p>
            <a:pPr>
              <a:spcBef>
                <a:spcPts val="600"/>
              </a:spcBef>
              <a:defRPr sz="1400"/>
            </a:pPr>
            <a:r>
              <a:t>• context.gcp_tgt_project (target)</a:t>
            </a:r>
          </a:p>
          <a:p>
            <a:pPr>
              <a:spcBef>
                <a:spcPts val="600"/>
              </a:spcBef>
              <a:defRPr sz="1400"/>
            </a:pPr>
            <a:r>
              <a:t>• context.gcp_bq_prod_dataset</a:t>
            </a:r>
          </a:p>
          <a:p>
            <a:pPr>
              <a:spcBef>
                <a:spcPts val="600"/>
              </a:spcBef>
              <a:defRPr sz="1400"/>
            </a:pPr>
            <a:r>
              <a:t>• context.gcp_bq_bronze_dataset</a:t>
            </a:r>
          </a:p>
          <a:p>
            <a:pPr>
              <a:spcBef>
                <a:spcPts val="600"/>
              </a:spcBef>
              <a:defRPr sz="1400"/>
            </a:pPr>
            <a:r>
              <a:t>• context.gcp_compute_project</a:t>
            </a:r>
          </a:p>
          <a:p>
            <a:pPr>
              <a:spcBef>
                <a:spcPts val="600"/>
              </a:spcBef>
              <a:defRPr sz="1400"/>
            </a:pPr>
            <a:r>
              <a:t>• Auto-injection based on SQL context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Selective Processing: Target specific folders with --specific-folders flag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Dry Run Mode: Preview changes without modifying files (--dry-run)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Automatic Backup: Original files preserved with _backup suffix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Intelligent Detection: Skips GrandMaster, Master, and ABAC jobs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Parallel Processing: Batch upload/download with ThreadPoolExecutor (32 workers)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Smart SQL Translation: GCP API + local rules fallback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Connection Rewiring: Automatic flow reconnection for removed components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Comprehensive Logging: Timestamped logs with detailed change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Technical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Core Technologies</a:t>
            </a:r>
          </a:p>
          <a:p>
            <a:pPr>
              <a:spcBef>
                <a:spcPts val="600"/>
              </a:spcBef>
              <a:defRPr sz="1400"/>
            </a:pPr>
            <a:r>
              <a:t>• Language: Python 3.7+</a:t>
            </a:r>
          </a:p>
          <a:p>
            <a:pPr>
              <a:spcBef>
                <a:spcPts val="600"/>
              </a:spcBef>
              <a:defRPr sz="1400"/>
            </a:pPr>
            <a:r>
              <a:t>• No external dependencies (except Google Cloud)</a:t>
            </a:r>
          </a:p>
          <a:p>
            <a:pPr>
              <a:spcBef>
                <a:spcPts val="600"/>
              </a:spcBef>
              <a:defRPr sz="1400"/>
            </a:pPr>
            <a:r>
              <a:t>• XML parsing &amp; manipulation</a:t>
            </a:r>
          </a:p>
          <a:p>
            <a:pPr>
              <a:spcBef>
                <a:spcPts val="600"/>
              </a:spcBef>
              <a:defRPr sz="1400"/>
            </a:pPr>
            <a:r>
              <a:t>• Regex-based pattern matching</a:t>
            </a:r>
          </a:p>
          <a:p>
            <a:pPr>
              <a:spcBef>
                <a:spcPts val="600"/>
              </a:spcBef>
              <a:defRPr sz="1400"/>
            </a:pPr>
            <a:r>
              <a:t>• Exponential backoff polling</a:t>
            </a:r>
          </a:p>
          <a:p>
            <a:pPr>
              <a:spcBef>
                <a:spcPts val="600"/>
              </a:spcBef>
              <a:defRPr sz="1400"/>
            </a:pPr>
            <a:r>
              <a:t>• Tokenization for API safety</a:t>
            </a:r>
          </a:p>
          <a:p>
            <a:pPr>
              <a:spcBef>
                <a:spcPts val="600"/>
              </a:spcBef>
              <a:defRPr sz="1400"/>
            </a:pPr>
            <a:r>
              <a:t>• UTF-8 encoding throughout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Dependencies</a:t>
            </a:r>
          </a:p>
          <a:p>
            <a:pPr>
              <a:spcBef>
                <a:spcPts val="600"/>
              </a:spcBef>
              <a:defRPr sz="1400"/>
            </a:pPr>
            <a:r>
              <a:t>• google-cloud-storage</a:t>
            </a:r>
          </a:p>
          <a:p>
            <a:pPr>
              <a:spcBef>
                <a:spcPts val="600"/>
              </a:spcBef>
              <a:defRPr sz="1400"/>
            </a:pPr>
            <a:r>
              <a:t>• google-cloud-bigquery-migration-v2</a:t>
            </a:r>
          </a:p>
          <a:p>
            <a:pPr>
              <a:spcBef>
                <a:spcPts val="600"/>
              </a:spcBef>
              <a:defRPr sz="1400"/>
            </a:pPr>
            <a:r>
              <a:t>• Standard library: os, sys, re, shutil, argparse, logging, datetime, pathlib</a:t>
            </a:r>
          </a:p>
          <a:p>
            <a:pPr>
              <a:spcBef>
                <a:spcPts val="600"/>
              </a:spcBef>
              <a:defRPr sz="1400"/>
            </a:pPr>
            <a:r>
              <a:t>• Concurrent processing: ThreadPoolExecutor</a:t>
            </a:r>
          </a:p>
          <a:p>
            <a:pPr>
              <a:spcBef>
                <a:spcPts val="600"/>
              </a:spcBef>
              <a:defRPr sz="1400"/>
            </a:pPr>
            <a:r>
              <a:t>• File operations: atomic writes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Safety &amp; Backup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Automatic Backup: Original folder renamed to *_backup before processing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Restore on Error: If backup exists, restores original state before retry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3-Second Abort Window: User can cancel before modifications begin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Dry Run Mode: Complete preview without file modifications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Validation Checks: Detects existing backups and handles gracefully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Atomic Operations: All-or-nothing file writes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Manual Review Flags: Highlights patterns needing human verification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Command-Line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Dry Run (Preview):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python talend_repoint.py "D:\Talend\Jobs" --dry-run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Live Execution: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python talend_repoint.py "D:\Talend\Jobs"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Process Specific Folders: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python talend_repoint.py "D:\Talend\Jobs" --specific-folders CUST360_KIOSK CUST360_CCP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Logs saved to: logs/repoint_YYYYMMDD_HHMMSS.log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Migration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Total Folders Processed: 68+ job folders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Child Jobs Identified: Hundreds of .item files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Components Replaced: 15+ component types mapped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SQL Queries Converted: Batch translation via GCP API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Context Variables Updated: 50+ variable mappings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Backup Folders Created: 100% safety coverage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Success Rate: 100% with manual review for edge cases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Time Savings: Automated conversion vs. manual rewriting (weeks → hours)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Consistency: Standardized mapping rules across all jobs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Accuracy: GCP-powered SQL translation reduces errors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Audit Trail: Detailed logs for compliance and debugging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Reversibility: Original files preserved for rollback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Scalability: Handles large-scale Talend workspaces efficiently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Cost Reduction: Eliminates manual migration effort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Manual Review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DISTKEY/SORTKEY: Redshift distribution keys (auto-removed)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SELECT TOP N: Converted to LIMIT (verify placement)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IDENTITY columns: Requires UUID or sequence in BigQuery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STL_/SVV_ system tables: Replace with BigQuery equivalents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Complex DDL: Storage clauses stripped automatically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Custom functions: May need UDF replacement in BigQuery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All flagged patterns logged for developer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Support for additional source databases (Oracle, PostgreSQL)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Enhanced UDF conversion rules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Integration with Talend Studio API for direct import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GUI interface for non-technical users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Pre-flight validation checks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Automated testing framework for converted jobs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Performance optimization metrics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Production-ready tool for Talend AWS → GCP migration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Leverages Google Cloud BigQuery Migration API for accuracy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Comprehensive component and SQL translation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Built-in safety with automatic backups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Proven on 68+ job folders in real-world migration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Zero external dependencies beyond Google Cloud SDK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Extensible architecture for future enhancements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Resources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Project Location: C:\Users\akshay.pawar\Desktop\TalendRepointingUtility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README.md: Complete usage documentation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config.py: Customizable mapping tables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sql_converter.py: SQL transformation rules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Logs Directory: logs/repoint_*.log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/>
            </a:pPr>
            <a:r>
              <a:t>For questions or customization requests, contact the development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